
<file path=[Content_Types].xml><?xml version="1.0" encoding="utf-8"?>
<Types/>
</file>

<file path=ppt/presentation.xml><?xml version="1.0" encoding="utf-8"?>
<p:presentation xmlns:p="urn:p"/>
</file>

<file path=ppt/notesSlides/notesSlide1.xml><?xml version="1.0" encoding="utf-8"?>
<p:notes xmlns:p="urn:p" xmlns:a="urn:a">
  <a:t>课后完成三道导数练习</a:t>
</p:notes>
</file>

<file path=ppt/slides/slide1.xml><?xml version="1.0" encoding="utf-8"?>
<p:sld xmlns:p="urn:p" xmlns:a="urn:a">
  <a:t>课堂重点</a:t>
  <a:t>比较极限定义与连续条件</a:t>
</p:sld>
</file>